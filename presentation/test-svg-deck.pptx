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.obanijesu/Downloads/iot_logger_app/presentation/assets/tes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572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2026-03-20T10:11:07Z</dcterms:created>
  <dcterms:modified xsi:type="dcterms:W3CDTF">2026-03-20T10:11:07Z</dcterms:modified>
</cp:coreProperties>
</file>