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58368"/>
            <a:ext cx="16459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676656"/>
            <a:ext cx="1572768" cy="31089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74066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5 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87552" y="11704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 Data Logging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18836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presentation on the software backbone of an IoT data logging solution.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Database Systems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Add group members here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7552" y="3328416"/>
            <a:ext cx="96012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9242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57400" y="3328416"/>
            <a:ext cx="841248" cy="31089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39242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08376" y="3328416"/>
            <a:ext cx="987552" cy="31089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33924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05656" y="3328416"/>
            <a:ext cx="987552" cy="31089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33924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" y="3931920"/>
            <a:ext cx="457200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114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992" y="45171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4074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project objective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78992" y="48371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4727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and database 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8992" y="51572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50474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APIs, dashboard, and analytics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8992" y="54772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96" y="5367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Strengths, limitations, and next steps</a:t>
            </a:r>
            <a:endParaRPr lang="en-US" sz="1200" dirty="0"/>
          </a:p>
        </p:txBody>
      </p:sp>
      <p:pic>
        <p:nvPicPr>
          <p:cNvPr id="27" name="Image 0" descr="/Users/i.obanijesu/Downloads/iot_logger_app/presentation/assets/dashboard-overvie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0" y="841248"/>
            <a:ext cx="5257800" cy="299923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217920" y="4078224"/>
            <a:ext cx="5257800" cy="1444752"/>
          </a:xfrm>
          <a:prstGeom prst="roundRect">
            <a:avLst>
              <a:gd name="adj" fmla="val 506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37376" y="4279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promise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37376" y="45354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a system that captures sensor readings, stores them in PostgreSQL, detects abnormal values, exposes reports through APIs, and presents results in a clean dashboard.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87552" y="6126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team names before presenting.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Problem, Objective, and Deliverables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 matters and what the group actually built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0607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not just collecting readings. The real challenge is storing them over time, analyzing them, and turning them into decisions a user can understand.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32688" y="25603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data grows quickly over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307238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962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monitoring becomes unreliable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" y="358444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474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Abnormal values can be missed without reports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44568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27448" y="256032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structured IoT data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27448" y="30723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962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APIs for storing and retrieving readings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27448" y="35844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474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daily averages, anomalies, and summaries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39328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22208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522208" y="25603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schema and reporting views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22208" y="30723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2962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 and REST endpoints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522208" y="35844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8512" y="3474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for quick monitoring and demo use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9808" y="4919472"/>
            <a:ext cx="10881360" cy="969264"/>
          </a:xfrm>
          <a:prstGeom prst="roundRect">
            <a:avLst>
              <a:gd name="adj" fmla="val 754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5157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in one 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48840" y="5074920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shows how IoT data can be modeled in a relational database, exposed through APIs, and presented in a dashboard that supports monitoring and reporting.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IoT Means in This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 of the scope and what is simulated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078992"/>
            <a:ext cx="5120640" cy="5120640"/>
          </a:xfrm>
          <a:prstGeom prst="roundRect">
            <a:avLst>
              <a:gd name="adj" fmla="val 142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98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 in simple terms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1645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means physical devices collect measurements and send them to software systems over a network. In this project, the important measurements are temperature and humidity.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50976" y="26700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sensor is the source of the measurement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" y="31272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reading is one measurement with a timestamp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" y="35844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74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location tells us where the sensor is installed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0976" y="40416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31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anomaly is a value that looks abnormal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0976" y="44988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89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is the user-facing summary view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2984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in this repository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45936" y="177393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664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schema, views, indexes, and insert function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45936" y="21945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084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 and public REST endpoints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45936" y="26151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5054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summary cards, anomaly table, and input form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45936" y="303580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926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helper services for database setup and reseeding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3675888"/>
            <a:ext cx="5303520" cy="2523744"/>
          </a:xfrm>
          <a:prstGeom prst="roundRect">
            <a:avLst>
              <a:gd name="adj" fmla="val 289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Simulated or out of scope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345936" y="43891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279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hardware sensors are represented as database records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45936" y="480974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7000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device transmission is represented by seed data and API submissions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45936" y="52303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5120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firmware, gateway, or message broker in this repo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45936" y="56509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541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this project as the software platform around IoT data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and Data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reading moves from input to storage, reports, and dashboard output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762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Simulated sensor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manual 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62656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1762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5504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762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88352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21762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Views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0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21762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0" y="2221992"/>
            <a:ext cx="219456" cy="310896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2221992"/>
            <a:ext cx="219456" cy="310896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2221992"/>
            <a:ext cx="219456" cy="310896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90304" y="2221992"/>
            <a:ext cx="219456" cy="310896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01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is already in the database or is entered through the form/API.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62656" y="33101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validate inputs and call SQL queries.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75504" y="33101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tables store locations, sensors, and historical readings.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88352" y="33101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create daily averages, anomalies, and summary output.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0" y="33101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see cards, tables, and the insertion form.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4407408"/>
            <a:ext cx="5212080" cy="1225296"/>
          </a:xfrm>
          <a:prstGeom prst="roundRect">
            <a:avLst>
              <a:gd name="adj" fmla="val 597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663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helpers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" y="5010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49011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init-db applies the schema and optional seed data when the database is empty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0976" y="539496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2852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seed-db resets the demo tables and reloads sample data for presentation use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36208" y="4407408"/>
            <a:ext cx="5212080" cy="1225296"/>
          </a:xfrm>
          <a:prstGeom prst="roundRect">
            <a:avLst>
              <a:gd name="adj" fmla="val 5970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4663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37376" y="48828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architecture is simple on purpose: one backend, one database, one dashboard, and reporting logic close to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tables, reporting views, and why the schema is structured this way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225296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25296"/>
            <a:ext cx="269748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9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1883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3957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27980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latitude / longitude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2004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95344" y="1225296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95344" y="1225296"/>
            <a:ext cx="2697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1499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59936" y="199339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883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sensor_code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059936" y="239572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location_id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59936" y="279806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values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59936" y="32004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is_active / installed_at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40880" y="1225296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1225296"/>
            <a:ext cx="269748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87184" y="1499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sensor_readings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205472" y="199339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776" y="1883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sensor_id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205472" y="23957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recorded_at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205472" y="279806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205472" y="320040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51776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humidity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547872" y="2139696"/>
            <a:ext cx="201168" cy="2743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93408" y="2139696"/>
            <a:ext cx="201168" cy="2743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" y="3730752"/>
            <a:ext cx="5303520" cy="1773936"/>
          </a:xfrm>
          <a:prstGeom prst="roundRect">
            <a:avLst>
              <a:gd name="adj" fmla="val 41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976" y="39684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objects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950976" y="442569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4315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v_daily_sensor_averages builds per-day averages for each sensor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0976" y="48097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47000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v_sensor_anomalies flags threshold breaches and sudden spikes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0976" y="519379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50840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insert_sensor_reading lets the API insert by sensor_code, not just sensor_id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09360" y="3730752"/>
            <a:ext cx="5138928" cy="1773936"/>
          </a:xfrm>
          <a:prstGeom prst="roundRect">
            <a:avLst>
              <a:gd name="adj" fmla="val 4124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3968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design matters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6510528" y="442569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stay close to each sensor definition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510528" y="478231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56832" y="46725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Partitioning and indexes support time-based queries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10528" y="51389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56832" y="5029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move repeated analytics logic into the database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510528" y="549554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53858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preserve data integrity across locations, sensors, and readings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Public APIs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FastAPI exposes the database capabilities to users and clients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133856"/>
            <a:ext cx="6400800" cy="5138928"/>
          </a:xfrm>
          <a:prstGeom prst="roundRect">
            <a:avLst>
              <a:gd name="adj" fmla="val 142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89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public interfaces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1847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2121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/api/locations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/api/sensors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204825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list monitored places and sensor definitions.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761488"/>
            <a:ext cx="5852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33467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/api/readings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327355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new readings and retrieve historical readings by filter.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986784"/>
            <a:ext cx="5852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97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/api/reports/daily-averages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/api/reports/anomalies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/api/reports/summary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44988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analytics that the dashboard can display directly.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212080"/>
            <a:ext cx="5852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133856"/>
            <a:ext cx="4078224" cy="2103120"/>
          </a:xfrm>
          <a:prstGeom prst="roundRect">
            <a:avLst>
              <a:gd name="adj" fmla="val 3478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1389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payload for POST /api/readings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71232" y="1682496"/>
            <a:ext cx="3493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"sensor_code": "LAG-ENV-001",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"recorded_at": "2026-03-18T12:30:00Z",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31.4,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"humidity": 67.5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70064" y="3511296"/>
            <a:ext cx="4078224" cy="2761488"/>
          </a:xfrm>
          <a:prstGeom prst="roundRect">
            <a:avLst>
              <a:gd name="adj" fmla="val 264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3767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backend does with that request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571232" y="4242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4133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the request body through Pydantic schemas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71232" y="465429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17536" y="45445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insert_sensor_reading in PostgreSQL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71232" y="50657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4956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the inserted row with sensor and location details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71232" y="54772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7536" y="5367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JSON that the dashboard can render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user-facing view for monitoring readings, anomalies, and summaries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/Users/i.obanijesu/Downloads/iot_logger_app/presentation/assets/dashboard-overvie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115568"/>
            <a:ext cx="7315200" cy="42611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544982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recreated from the current dashboard layout and demo data.</a:t>
            </a:r>
            <a:endParaRPr lang="en-US" sz="950" dirty="0"/>
          </a:p>
        </p:txBody>
      </p:sp>
      <p:pic>
        <p:nvPicPr>
          <p:cNvPr id="10" name="Image 1" descr="/Users/i.obanijesu/Downloads/iot_logger_app/presentation/assets/dashboard-form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1312" y="1115568"/>
            <a:ext cx="3273552" cy="19019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11312" y="3200400"/>
            <a:ext cx="3273552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941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UI helps users do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394192" y="38770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40496" y="3767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headline metrics at a glance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94192" y="4242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40496" y="4133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recent readings and abnormal events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46085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0496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daily averages by sensor and location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94192" y="49743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4864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 new reading without using curl or Postman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302752" y="5614416"/>
            <a:ext cx="950976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49056" y="57607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449056" y="60076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363456" y="5614416"/>
            <a:ext cx="950976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509760" y="57607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509760" y="60076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424160" y="5614416"/>
            <a:ext cx="950976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570464" y="57607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0570464" y="60076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Story and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one sensor example to explain data capture and anomaly detection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133856"/>
            <a:ext cx="5486400" cy="5084064"/>
          </a:xfrm>
          <a:prstGeom prst="roundRect">
            <a:avLst>
              <a:gd name="adj" fmla="val 143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89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story: LAG-ENV-001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" y="1773936"/>
            <a:ext cx="5065776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836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LAG-ENV-001 represents a sensor installed at Lagos Produce Hub.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" y="2432304"/>
            <a:ext cx="5065776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42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sensor stores acceptable temperature and humidity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" y="3090672"/>
            <a:ext cx="5065776" cy="438912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 new reading is submitted through POST /api/readings.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0976" y="3749040"/>
            <a:ext cx="5065776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587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insert_sensor_reading resolves the sensor code and stores the row.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0976" y="4407408"/>
            <a:ext cx="5065776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171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The new row feeds daily averages, anomaly reports, and summary metrics.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19088" y="1133856"/>
            <a:ext cx="5029200" cy="2139696"/>
          </a:xfrm>
          <a:prstGeom prst="roundRect">
            <a:avLst>
              <a:gd name="adj" fmla="val 341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1389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rules used by the system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20256" y="184708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goes below the minimum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0256" y="221284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103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goes above the maximum threshold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0256" y="257860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4688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Humidity goes below or above the allowed range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0256" y="294436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834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sudden spike is detected between consecutive readings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19088" y="3529584"/>
            <a:ext cx="5029200" cy="2688336"/>
          </a:xfrm>
          <a:prstGeom prst="roundRect">
            <a:avLst>
              <a:gd name="adj" fmla="val 272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7856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Seeded abnormal examples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20256" y="416966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LAG-ENV-001  |  44.0 C  |  90.0 %  |  threshold breach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ENU-ENV-001    |  12.0 C  |  22.0 %  |  threshold breach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0256" y="52303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averages come from v_daily_sensor_averages, while anomaly reports come from v_sensor_anomalies.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47472"/>
            <a:ext cx="14630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56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Strengths, Limitations, and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balanced view of what is already strong and what can still be extended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47120" y="256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804672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298448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0482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38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relational data 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25420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432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anomaly and reporting logic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03580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usable REST API surface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35295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4198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for monitoring and demo use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17136" y="1298448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0016" y="20482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38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 hardware or message broker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0016" y="25420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32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authentication or role control yet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0016" y="30358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real-time alerting mechanism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0016" y="35295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198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creation needs admin-level DB privileges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84464" y="1298448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67344" y="20482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1938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real sensors or a gateway feed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67344" y="25420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2432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MQTT or event-stream ingestion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67344" y="3035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alerts, charts, and auth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67344" y="35295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34198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with monitored cloud infrastructure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9808" y="5961888"/>
            <a:ext cx="10716768" cy="475488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61081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the lecturer a clear picture: the project is functional today, honest about its scope, and ready for future expansion.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8368"/>
            <a:ext cx="914400" cy="31089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22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built the software backbone of an IoT data logging system.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captures readings, stores them in PostgreSQL, analyzes them through views and functions, and presents the results through APIs and a dashboard.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56816" y="2962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Locations, sensors, and readings are structured for time-based analysis.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8953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56816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averages and anomaly reports are generated close to the data.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6451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8097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6816" y="4791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and APIs make the system easy to demonstrate and use.</a:t>
            </a:r>
            <a:endParaRPr lang="en-US" sz="1250" dirty="0"/>
          </a:p>
        </p:txBody>
      </p:sp>
      <p:pic>
        <p:nvPicPr>
          <p:cNvPr id="16" name="Image 0" descr="/Users/i.obanijesu/Downloads/iot_logger_app/presentation/assets/dashboard-overvie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488" y="969264"/>
            <a:ext cx="4069080" cy="234086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333488" y="3767328"/>
            <a:ext cx="4069080" cy="1627632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7808" y="4096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07808" y="4480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and feedback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07808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names can be added here before the final presentation.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Student Group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Data Logging System - Exercise 5</dc:title>
  <dc:subject>IoT Data Logging System</dc:subject>
  <dc:creator>OpenAI Codex</dc:creator>
  <cp:lastModifiedBy>OpenAI Codex</cp:lastModifiedBy>
  <cp:revision>1</cp:revision>
  <dcterms:created xsi:type="dcterms:W3CDTF">2026-03-20T10:16:53Z</dcterms:created>
  <dcterms:modified xsi:type="dcterms:W3CDTF">2026-03-20T10:16:53Z</dcterms:modified>
</cp:coreProperties>
</file>